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Relationship Id="rId21" Type="http://schemas.openxmlformats.org/officeDocument/2006/relationships/image" Target="../media/image32.png"/><Relationship Id="rId22" Type="http://schemas.openxmlformats.org/officeDocument/2006/relationships/image" Target="../media/image33.png"/><Relationship Id="rId23" Type="http://schemas.openxmlformats.org/officeDocument/2006/relationships/image" Target="../media/image34.png"/><Relationship Id="rId24" Type="http://schemas.openxmlformats.org/officeDocument/2006/relationships/image" Target="../media/image3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Relationship Id="rId14" Type="http://schemas.openxmlformats.org/officeDocument/2006/relationships/image" Target="../media/image4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100.png"/><Relationship Id="rId15" Type="http://schemas.openxmlformats.org/officeDocument/2006/relationships/image" Target="../media/image10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Relationship Id="rId7" Type="http://schemas.openxmlformats.org/officeDocument/2006/relationships/image" Target="../media/image119.png"/><Relationship Id="rId8" Type="http://schemas.openxmlformats.org/officeDocument/2006/relationships/image" Target="../media/image120.png"/><Relationship Id="rId9" Type="http://schemas.openxmlformats.org/officeDocument/2006/relationships/image" Target="../media/image121.png"/><Relationship Id="rId10" Type="http://schemas.openxmlformats.org/officeDocument/2006/relationships/image" Target="../media/image122.png"/><Relationship Id="rId11" Type="http://schemas.openxmlformats.org/officeDocument/2006/relationships/image" Target="../media/image123.png"/><Relationship Id="rId12" Type="http://schemas.openxmlformats.org/officeDocument/2006/relationships/image" Target="../media/image1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35.png"/><Relationship Id="rId13" Type="http://schemas.openxmlformats.org/officeDocument/2006/relationships/image" Target="../media/image136.png"/><Relationship Id="rId14" Type="http://schemas.openxmlformats.org/officeDocument/2006/relationships/image" Target="../media/image137.png"/><Relationship Id="rId15" Type="http://schemas.openxmlformats.org/officeDocument/2006/relationships/image" Target="../media/image138.png"/><Relationship Id="rId16" Type="http://schemas.openxmlformats.org/officeDocument/2006/relationships/image" Target="../media/image13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592960" y="882941"/>
            <a:ext cx="15099793" cy="8519833"/>
            <a:chOff x="1592960" y="882941"/>
            <a:chExt cx="15099793" cy="851983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56936" y="-3376976"/>
              <a:ext cx="30199587" cy="1703966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2960" y="882941"/>
              <a:ext cx="15099793" cy="8519833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41929" y="3060262"/>
            <a:ext cx="2828951" cy="52577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61918" y="3893461"/>
            <a:ext cx="10933204" cy="33113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866549" y="7230061"/>
            <a:ext cx="6552616" cy="477974"/>
            <a:chOff x="5866549" y="7230061"/>
            <a:chExt cx="6552616" cy="47797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66549" y="7230061"/>
              <a:ext cx="6552616" cy="47797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976180" y="7290952"/>
            <a:ext cx="356192" cy="356192"/>
            <a:chOff x="5976180" y="7290952"/>
            <a:chExt cx="356192" cy="356192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6180" y="7290952"/>
              <a:ext cx="356192" cy="35619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4049793" y="7129979"/>
            <a:ext cx="5817637" cy="1992541"/>
            <a:chOff x="14049793" y="7129979"/>
            <a:chExt cx="5817637" cy="199254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140000">
              <a:off x="11455276" y="6448010"/>
              <a:ext cx="11635274" cy="3985081"/>
            </a:xfrm>
            <a:prstGeom prst="rect">
              <a:avLst/>
            </a:prstGeom>
          </p:spPr>
        </p:pic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1140000">
              <a:off x="14049793" y="7129979"/>
              <a:ext cx="5817637" cy="1992541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5478971" y="7211203"/>
            <a:ext cx="6597982" cy="636992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 rot="5400000">
            <a:off x="-1438887" y="4667303"/>
            <a:ext cx="3628844" cy="331549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 rot="5400000">
            <a:off x="15955889" y="4536062"/>
            <a:ext cx="3871930" cy="355291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655668" y="2134934"/>
            <a:ext cx="2307976" cy="505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440086"/>
            <a:ext cx="17094567" cy="9490198"/>
            <a:chOff x="595574" y="440086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05013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440086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98246" y="2385446"/>
            <a:ext cx="9264215" cy="2099691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099168" y="4206833"/>
            <a:ext cx="3809524" cy="2049338"/>
            <a:chOff x="5099168" y="4206833"/>
            <a:chExt cx="3809524" cy="204933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9168" y="4206833"/>
              <a:ext cx="3809524" cy="204933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160990" y="4206833"/>
            <a:ext cx="2028174" cy="2028174"/>
            <a:chOff x="4160990" y="4206833"/>
            <a:chExt cx="2028174" cy="202817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60990" y="4206833"/>
              <a:ext cx="2028174" cy="2028174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336049" y="5025497"/>
            <a:ext cx="2028660" cy="1220051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327478" y="4398248"/>
            <a:ext cx="1112564" cy="810335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0335486" y="4206833"/>
            <a:ext cx="3809524" cy="2028174"/>
            <a:chOff x="10335486" y="4206833"/>
            <a:chExt cx="3809524" cy="2028174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35486" y="4206833"/>
              <a:ext cx="3809524" cy="2028174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398546" y="4206833"/>
            <a:ext cx="2028174" cy="2028174"/>
            <a:chOff x="9398546" y="4206833"/>
            <a:chExt cx="2028174" cy="2028174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98546" y="4206833"/>
              <a:ext cx="2028174" cy="2028174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1611716" y="4949306"/>
            <a:ext cx="1446841" cy="1220051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1565050" y="4337935"/>
            <a:ext cx="1093516" cy="810335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5077644" y="6471841"/>
            <a:ext cx="3809524" cy="2028174"/>
            <a:chOff x="5077644" y="6471841"/>
            <a:chExt cx="3809524" cy="2028174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77644" y="6471841"/>
              <a:ext cx="3809524" cy="202817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140705" y="6471841"/>
            <a:ext cx="2028174" cy="2028174"/>
            <a:chOff x="4140705" y="6471841"/>
            <a:chExt cx="2028174" cy="2028174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40705" y="6471841"/>
              <a:ext cx="2028174" cy="2028174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336238" y="7243086"/>
            <a:ext cx="1461162" cy="1217448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6327478" y="6684413"/>
            <a:ext cx="1112564" cy="810335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0335486" y="6353424"/>
            <a:ext cx="3809524" cy="2028174"/>
            <a:chOff x="10335486" y="6353424"/>
            <a:chExt cx="3809524" cy="2028174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335486" y="6353424"/>
              <a:ext cx="3809524" cy="2028174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378260" y="6471841"/>
            <a:ext cx="2028174" cy="2028174"/>
            <a:chOff x="9378260" y="6471841"/>
            <a:chExt cx="2028174" cy="2028174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78260" y="6471841"/>
              <a:ext cx="2028174" cy="2028174"/>
            </a:xfrm>
            <a:prstGeom prst="rect">
              <a:avLst/>
            </a:prstGeom>
          </p:spPr>
        </p:pic>
      </p:grpSp>
      <p:pic>
        <p:nvPicPr>
          <p:cNvPr id="39" name="Object 3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11573810" y="7128800"/>
            <a:ext cx="1698371" cy="1217448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1565049" y="6536268"/>
            <a:ext cx="1112564" cy="810336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2876621" y="1891651"/>
            <a:ext cx="2637205" cy="397862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2359620" y="8993577"/>
            <a:ext cx="10374795" cy="397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99188" y="397758"/>
            <a:ext cx="17094567" cy="9490198"/>
            <a:chOff x="799188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748095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188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26589" y="2186027"/>
            <a:ext cx="12456348" cy="183138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78030" y="1857106"/>
            <a:ext cx="1032024" cy="440119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453189" y="6725355"/>
            <a:ext cx="1385213" cy="39004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215595" y="5202356"/>
            <a:ext cx="9854525" cy="1244190"/>
            <a:chOff x="4215595" y="5202356"/>
            <a:chExt cx="9854525" cy="1244190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15595" y="5202356"/>
              <a:ext cx="9854525" cy="124419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54769" y="3493331"/>
            <a:ext cx="9776176" cy="1468574"/>
            <a:chOff x="4254769" y="3493331"/>
            <a:chExt cx="9776176" cy="1468574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4769" y="3493331"/>
              <a:ext cx="9776176" cy="146857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195448" y="7174876"/>
            <a:ext cx="7547906" cy="2043680"/>
            <a:chOff x="5195448" y="7174876"/>
            <a:chExt cx="7547906" cy="204368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5448" y="7174876"/>
              <a:ext cx="7547906" cy="204368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727073" y="6673912"/>
            <a:ext cx="6171429" cy="552439"/>
            <a:chOff x="5727073" y="6673912"/>
            <a:chExt cx="6171429" cy="552439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7073" y="6673912"/>
              <a:ext cx="6171429" cy="552439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078914" y="3650529"/>
            <a:ext cx="9969097" cy="1300335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341985" y="5291652"/>
            <a:ext cx="8653345" cy="1300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4086062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461883" y="2709592"/>
            <a:ext cx="13319621" cy="1607259"/>
            <a:chOff x="2461883" y="2709592"/>
            <a:chExt cx="13319621" cy="160725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61883" y="2709592"/>
              <a:ext cx="13319621" cy="160725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34773" y="5310087"/>
            <a:ext cx="5045234" cy="2509956"/>
            <a:chOff x="1334773" y="5310087"/>
            <a:chExt cx="5045234" cy="250995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4773" y="5310087"/>
              <a:ext cx="5045234" cy="250995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238967" y="4558095"/>
            <a:ext cx="5810769" cy="4111141"/>
            <a:chOff x="11238967" y="4558095"/>
            <a:chExt cx="5810769" cy="4111141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38967" y="4558095"/>
              <a:ext cx="5810769" cy="411114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380007" y="5098510"/>
            <a:ext cx="4922452" cy="2987983"/>
            <a:chOff x="6380007" y="5098510"/>
            <a:chExt cx="4922452" cy="2987983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0007" y="5098510"/>
              <a:ext cx="4922452" cy="2987983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65970" y="2721811"/>
            <a:ext cx="15501870" cy="1839546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373011" y="8951249"/>
            <a:ext cx="10370853" cy="397862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217630" y="7831516"/>
            <a:ext cx="5009660" cy="785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4086062" cy="39786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3011" y="8951249"/>
            <a:ext cx="10370853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461883" y="2709592"/>
            <a:ext cx="13319621" cy="1607259"/>
            <a:chOff x="2461883" y="2709592"/>
            <a:chExt cx="13319621" cy="1607259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1883" y="2709592"/>
              <a:ext cx="13319621" cy="160725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208675" y="6987805"/>
            <a:ext cx="3911960" cy="1742002"/>
            <a:chOff x="2208675" y="6987805"/>
            <a:chExt cx="3911960" cy="1742002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08675" y="6987805"/>
              <a:ext cx="3911960" cy="1742002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380007" y="7318521"/>
            <a:ext cx="4722855" cy="1080570"/>
            <a:chOff x="6380007" y="7318521"/>
            <a:chExt cx="4722855" cy="1080570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80007" y="7318521"/>
              <a:ext cx="4722855" cy="108057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244736" y="4872386"/>
            <a:ext cx="5282657" cy="3463665"/>
            <a:chOff x="11244736" y="4872386"/>
            <a:chExt cx="5282657" cy="3463665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44736" y="4872386"/>
              <a:ext cx="5282657" cy="3463665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2971429" y="4521794"/>
            <a:ext cx="6742729" cy="1800942"/>
            <a:chOff x="2971429" y="4521794"/>
            <a:chExt cx="6742729" cy="1800942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71429" y="4521794"/>
              <a:ext cx="6742729" cy="1800942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6164" y="2721811"/>
            <a:ext cx="15399584" cy="1839546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2816125" y="6243202"/>
            <a:ext cx="5009660" cy="785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4086062" cy="39786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03653" y="2644522"/>
            <a:ext cx="9220133" cy="1798324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373011" y="8951249"/>
            <a:ext cx="10370853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919514" y="6182013"/>
            <a:ext cx="5454216" cy="3036315"/>
            <a:chOff x="10919514" y="6182013"/>
            <a:chExt cx="5454216" cy="3036315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19514" y="6182013"/>
              <a:ext cx="5454216" cy="303631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677946" y="4183157"/>
            <a:ext cx="8406795" cy="4679158"/>
            <a:chOff x="1677946" y="4183157"/>
            <a:chExt cx="8406795" cy="467915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77946" y="4183157"/>
              <a:ext cx="8406795" cy="46791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832866" y="3856959"/>
            <a:ext cx="2979759" cy="737849"/>
            <a:chOff x="13832866" y="3856959"/>
            <a:chExt cx="2979759" cy="73784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32866" y="3856959"/>
              <a:ext cx="2979759" cy="73784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0132360" y="3831192"/>
            <a:ext cx="3561882" cy="740763"/>
            <a:chOff x="10132360" y="3831192"/>
            <a:chExt cx="3561882" cy="74076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32360" y="3831192"/>
              <a:ext cx="3561882" cy="74076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807318" y="4702300"/>
            <a:ext cx="5161132" cy="645063"/>
            <a:chOff x="10807318" y="4702300"/>
            <a:chExt cx="5161132" cy="64506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07318" y="4702300"/>
              <a:ext cx="5161132" cy="64506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0270520" y="2894390"/>
            <a:ext cx="6428394" cy="779893"/>
            <a:chOff x="10270520" y="2894390"/>
            <a:chExt cx="6428394" cy="779893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70520" y="2894390"/>
              <a:ext cx="6428394" cy="779893"/>
            </a:xfrm>
            <a:prstGeom prst="rect">
              <a:avLst/>
            </a:prstGeom>
          </p:spPr>
        </p:pic>
      </p:grpSp>
      <p:pic>
        <p:nvPicPr>
          <p:cNvPr id="29" name="Object 2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218547" y="5343747"/>
            <a:ext cx="6316517" cy="785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4086062" cy="39786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3011" y="8951249"/>
            <a:ext cx="10370853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461883" y="2709592"/>
            <a:ext cx="13423302" cy="1372992"/>
            <a:chOff x="2461883" y="2709592"/>
            <a:chExt cx="13423302" cy="137299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1883" y="2709592"/>
              <a:ext cx="13423302" cy="137299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349220" y="4799736"/>
            <a:ext cx="4946018" cy="3270803"/>
            <a:chOff x="7349220" y="4799736"/>
            <a:chExt cx="4946018" cy="327080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9220" y="4799736"/>
              <a:ext cx="4946018" cy="327080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355284" y="4518681"/>
            <a:ext cx="4847143" cy="3832913"/>
            <a:chOff x="12355284" y="4518681"/>
            <a:chExt cx="4847143" cy="383291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55284" y="4518681"/>
              <a:ext cx="4847143" cy="383291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11125" y="6709914"/>
            <a:ext cx="6171429" cy="610762"/>
            <a:chOff x="1111125" y="6709914"/>
            <a:chExt cx="6171429" cy="610762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1125" y="6709914"/>
              <a:ext cx="6171429" cy="61076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94318" y="5667574"/>
            <a:ext cx="6171429" cy="339248"/>
            <a:chOff x="1094318" y="5667574"/>
            <a:chExt cx="6171429" cy="339248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4318" y="5667574"/>
              <a:ext cx="6171429" cy="33924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03842" y="6160834"/>
            <a:ext cx="6171429" cy="428445"/>
            <a:chOff x="1103842" y="6160834"/>
            <a:chExt cx="6171429" cy="428445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3842" y="6160834"/>
              <a:ext cx="6171429" cy="428445"/>
            </a:xfrm>
            <a:prstGeom prst="rect">
              <a:avLst/>
            </a:prstGeom>
          </p:spPr>
        </p:pic>
      </p:grpSp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97229" y="2746476"/>
            <a:ext cx="14970381" cy="1721029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984585" y="7419017"/>
            <a:ext cx="6622194" cy="785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4086062" cy="39786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373011" y="8951249"/>
            <a:ext cx="10370853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2461883" y="2709592"/>
            <a:ext cx="13423302" cy="1372992"/>
            <a:chOff x="2461883" y="2709592"/>
            <a:chExt cx="13423302" cy="137299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1883" y="2709592"/>
              <a:ext cx="13423302" cy="137299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631195" y="6287057"/>
            <a:ext cx="4866572" cy="2677519"/>
            <a:chOff x="2631195" y="6287057"/>
            <a:chExt cx="4866572" cy="267751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1195" y="6287057"/>
              <a:ext cx="4866572" cy="267751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525160" y="4394283"/>
            <a:ext cx="5919277" cy="4299235"/>
            <a:chOff x="10525160" y="4394283"/>
            <a:chExt cx="5919277" cy="4299235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25160" y="4394283"/>
              <a:ext cx="5919277" cy="4299235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2082425" y="4330791"/>
            <a:ext cx="6868589" cy="1220614"/>
            <a:chOff x="2082425" y="4330791"/>
            <a:chExt cx="6868589" cy="1220614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2425" y="4330791"/>
              <a:ext cx="6868589" cy="1220614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516276" y="2746476"/>
            <a:ext cx="12851219" cy="1721029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932478" y="5496021"/>
            <a:ext cx="3559375" cy="785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5574" y="397758"/>
            <a:ext cx="17094567" cy="9490198"/>
            <a:chOff x="595574" y="397758"/>
            <a:chExt cx="17094567" cy="949019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951710" y="-4347341"/>
              <a:ext cx="34189133" cy="1898039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574" y="397758"/>
              <a:ext cx="17094567" cy="9490198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-1554293" y="4667303"/>
            <a:ext cx="3628844" cy="3315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5400000">
            <a:off x="16052484" y="4536062"/>
            <a:ext cx="3871930" cy="355291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76620" y="1891649"/>
            <a:ext cx="2311605" cy="39786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673652" y="4153173"/>
            <a:ext cx="3628746" cy="2857012"/>
            <a:chOff x="1673652" y="4153173"/>
            <a:chExt cx="3628746" cy="2857012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3652" y="4153173"/>
              <a:ext cx="3628746" cy="2857012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49792" y="4999709"/>
            <a:ext cx="4625495" cy="1600629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8179494" y="2904024"/>
            <a:ext cx="8671325" cy="5274760"/>
            <a:chOff x="8179494" y="2904024"/>
            <a:chExt cx="8671325" cy="527476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79494" y="2904024"/>
              <a:ext cx="8671325" cy="527476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590696" y="5672120"/>
            <a:ext cx="2335311" cy="35714"/>
            <a:chOff x="5590696" y="5672120"/>
            <a:chExt cx="2335311" cy="35714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60000">
              <a:off x="5590696" y="5672120"/>
              <a:ext cx="2335311" cy="35714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373839" y="8951249"/>
            <a:ext cx="10371424" cy="397862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97869" y="3079878"/>
            <a:ext cx="7644354" cy="5020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4D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592960" y="882941"/>
            <a:ext cx="15099793" cy="8519833"/>
            <a:chOff x="1592960" y="882941"/>
            <a:chExt cx="15099793" cy="851983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956936" y="-3376976"/>
              <a:ext cx="30199587" cy="17039666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2960" y="882941"/>
              <a:ext cx="15099793" cy="8519833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541929" y="3116796"/>
            <a:ext cx="2828951" cy="52577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481200" y="3242876"/>
            <a:ext cx="10460019" cy="236354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4049793" y="7129979"/>
            <a:ext cx="5817637" cy="1992541"/>
            <a:chOff x="14049793" y="7129979"/>
            <a:chExt cx="5817637" cy="199254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140000">
              <a:off x="11455276" y="6448010"/>
              <a:ext cx="11635274" cy="3985081"/>
            </a:xfrm>
            <a:prstGeom prst="rect">
              <a:avLst/>
            </a:prstGeom>
          </p:spPr>
        </p:pic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1140000">
              <a:off x="14049793" y="7129979"/>
              <a:ext cx="5817637" cy="199254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722462" y="5142857"/>
            <a:ext cx="7137021" cy="3045860"/>
            <a:chOff x="5722462" y="5142857"/>
            <a:chExt cx="7137021" cy="3045860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2462" y="5142857"/>
              <a:ext cx="7137021" cy="304586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178481" y="5395672"/>
            <a:ext cx="5928753" cy="577132"/>
            <a:chOff x="6178481" y="5395672"/>
            <a:chExt cx="5928753" cy="57713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481" y="5395672"/>
              <a:ext cx="5928753" cy="57713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6467878" y="5500797"/>
            <a:ext cx="366882" cy="366882"/>
            <a:chOff x="6467878" y="5500797"/>
            <a:chExt cx="366882" cy="36688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67878" y="5500797"/>
              <a:ext cx="366882" cy="366882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394544" y="6163906"/>
            <a:ext cx="4467433" cy="1952461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6883580" y="5447580"/>
            <a:ext cx="2047431" cy="658955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 rot="5400000">
            <a:off x="-1438892" y="4667289"/>
            <a:ext cx="3628844" cy="331577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 rot="5400000">
            <a:off x="15955885" y="4536048"/>
            <a:ext cx="3871930" cy="355320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655668" y="2153982"/>
            <a:ext cx="2307976" cy="505776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165716" y="9540704"/>
            <a:ext cx="4055060" cy="789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2023-12-21T00:09:13Z</dcterms:created>
  <dcterms:modified xsi:type="dcterms:W3CDTF">2023-12-21T00:09:13Z</dcterms:modified>
</cp:coreProperties>
</file>